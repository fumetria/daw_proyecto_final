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716C"/>
    <a:srgbClr val="BBF7D0"/>
    <a:srgbClr val="F0FDF4"/>
    <a:srgbClr val="FECACA"/>
    <a:srgbClr val="FEF2F2"/>
    <a:srgbClr val="3B82F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77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59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4556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94394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8007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0944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5964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2860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1283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26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325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4779854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809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1341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29201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4902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62344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75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  <p:sldLayoutId id="2147483739" r:id="rId15"/>
    <p:sldLayoutId id="2147483740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3C0B9C-7A5A-4914-A21E-DFEF33363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r>
              <a:rPr lang="es-ES" sz="5800"/>
              <a:t>BsnessApp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F0A07CD-4E27-8840-2085-7DC82646B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5756" y="5046281"/>
            <a:ext cx="4308672" cy="1172408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s-ES"/>
              <a:t>Fu jun fu lin</a:t>
            </a:r>
          </a:p>
          <a:p>
            <a:pPr>
              <a:lnSpc>
                <a:spcPct val="120000"/>
              </a:lnSpc>
            </a:pPr>
            <a:r>
              <a:rPr lang="es-ES"/>
              <a:t>2daw semipresencial 2025-26</a:t>
            </a: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7B5AD249-6A04-69FE-5EED-E7F9F76039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79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7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6A4CA0-5F87-1167-FB77-A48341DB9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241708"/>
            <a:ext cx="4070143" cy="1839433"/>
          </a:xfrm>
        </p:spPr>
        <p:txBody>
          <a:bodyPr>
            <a:normAutofit/>
          </a:bodyPr>
          <a:lstStyle/>
          <a:p>
            <a:r>
              <a:rPr lang="es-ES" dirty="0"/>
              <a:t>¿Qué es </a:t>
            </a:r>
            <a:r>
              <a:rPr lang="es-ES" dirty="0" err="1"/>
              <a:t>BsnessApp</a:t>
            </a:r>
            <a:r>
              <a:rPr lang="es-ES" dirty="0"/>
              <a:t>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76716F-C215-4224-0886-B01BB315C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548272"/>
            <a:ext cx="4907280" cy="110548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Aplicación SaaS para gestión de TPV desde cualquier lugar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61723BA-1C2B-312B-DFF7-E523B867F2AB}"/>
              </a:ext>
            </a:extLst>
          </p:cNvPr>
          <p:cNvCxnSpPr>
            <a:cxnSpLocks/>
          </p:cNvCxnSpPr>
          <p:nvPr/>
        </p:nvCxnSpPr>
        <p:spPr>
          <a:xfrm>
            <a:off x="640079" y="2548272"/>
            <a:ext cx="0" cy="662360"/>
          </a:xfrm>
          <a:prstGeom prst="line">
            <a:avLst/>
          </a:prstGeom>
          <a:ln w="63500">
            <a:solidFill>
              <a:srgbClr val="3B82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87E94698-8D2A-3547-E314-53906385C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440" y="738615"/>
            <a:ext cx="6756399" cy="3337710"/>
          </a:xfrm>
          <a:prstGeom prst="rect">
            <a:avLst/>
          </a:prstGeom>
          <a:ln w="19050">
            <a:solidFill>
              <a:srgbClr val="78716C"/>
            </a:solidFill>
          </a:ln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2472EE3-5C88-521A-22CE-6AF765D36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856" y="4488764"/>
            <a:ext cx="980135" cy="980135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F97AF996-FEBC-A0C4-F4F3-FDA2406F5C20}"/>
              </a:ext>
            </a:extLst>
          </p:cNvPr>
          <p:cNvSpPr txBox="1"/>
          <p:nvPr/>
        </p:nvSpPr>
        <p:spPr>
          <a:xfrm>
            <a:off x="937203" y="5468900"/>
            <a:ext cx="288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Gestión completa de TPV en la nube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A9592AFF-A18F-F37F-234B-1425403DC6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4828" y="4645714"/>
            <a:ext cx="823185" cy="823185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C8F4493-BDDD-3BE5-C53E-26C74EA4AF89}"/>
              </a:ext>
            </a:extLst>
          </p:cNvPr>
          <p:cNvSpPr txBox="1"/>
          <p:nvPr/>
        </p:nvSpPr>
        <p:spPr>
          <a:xfrm>
            <a:off x="4493231" y="5468900"/>
            <a:ext cx="288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Panel de estadísticas y ventas en tiempo real</a:t>
            </a: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4C8F2D1-9D73-4906-D141-456F2377CB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254" y="4645714"/>
            <a:ext cx="823185" cy="823185"/>
          </a:xfrm>
          <a:prstGeom prst="rect">
            <a:avLst/>
          </a:prstGeom>
        </p:spPr>
      </p:pic>
      <p:sp>
        <p:nvSpPr>
          <p:cNvPr id="29" name="CuadroTexto 28">
            <a:extLst>
              <a:ext uri="{FF2B5EF4-FFF2-40B4-BE49-F238E27FC236}">
                <a16:creationId xmlns:a16="http://schemas.microsoft.com/office/drawing/2014/main" id="{D81DAF03-9339-9EE4-B5F2-89F8B43E9F13}"/>
              </a:ext>
            </a:extLst>
          </p:cNvPr>
          <p:cNvSpPr txBox="1"/>
          <p:nvPr/>
        </p:nvSpPr>
        <p:spPr>
          <a:xfrm>
            <a:off x="8049259" y="5468900"/>
            <a:ext cx="320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 Integración con hardware POS local</a:t>
            </a:r>
          </a:p>
        </p:txBody>
      </p:sp>
    </p:spTree>
    <p:extLst>
      <p:ext uri="{BB962C8B-B14F-4D97-AF65-F5344CB8AC3E}">
        <p14:creationId xmlns:p14="http://schemas.microsoft.com/office/powerpoint/2010/main" val="978506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2C91F5-EA0E-BFD5-9E44-82101F7E9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174321"/>
            <a:ext cx="10890929" cy="1097280"/>
          </a:xfrm>
        </p:spPr>
        <p:txBody>
          <a:bodyPr/>
          <a:lstStyle/>
          <a:p>
            <a:r>
              <a:rPr lang="es-ES" dirty="0"/>
              <a:t>El problema que resuelve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5A7A6BE-C2E6-BC38-C855-4241FA1154A5}"/>
              </a:ext>
            </a:extLst>
          </p:cNvPr>
          <p:cNvSpPr txBox="1"/>
          <p:nvPr/>
        </p:nvSpPr>
        <p:spPr>
          <a:xfrm>
            <a:off x="859390" y="2468881"/>
            <a:ext cx="3960000" cy="1800000"/>
          </a:xfrm>
          <a:prstGeom prst="rect">
            <a:avLst/>
          </a:prstGeom>
          <a:solidFill>
            <a:srgbClr val="FEF2F2"/>
          </a:solidFill>
          <a:ln w="38100">
            <a:solidFill>
              <a:srgbClr val="FECAC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❌Sin </a:t>
            </a:r>
            <a:r>
              <a:rPr lang="es-ES" dirty="0" err="1"/>
              <a:t>BsnessApp</a:t>
            </a:r>
            <a:endParaRPr lang="es-ES" dirty="0"/>
          </a:p>
          <a:p>
            <a:pPr algn="ctr"/>
            <a:endParaRPr lang="es-E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TPV físico caro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Sin datos en la nube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Difícil de gestionar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BC4F83E-17D7-B288-6C84-5AC0CBC4FFDD}"/>
              </a:ext>
            </a:extLst>
          </p:cNvPr>
          <p:cNvSpPr txBox="1"/>
          <p:nvPr/>
        </p:nvSpPr>
        <p:spPr>
          <a:xfrm>
            <a:off x="7017736" y="2468881"/>
            <a:ext cx="3960000" cy="1800000"/>
          </a:xfrm>
          <a:prstGeom prst="rect">
            <a:avLst/>
          </a:prstGeom>
          <a:solidFill>
            <a:srgbClr val="F0FDF4"/>
          </a:solidFill>
          <a:ln w="38100">
            <a:solidFill>
              <a:srgbClr val="BBF7D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✅Con </a:t>
            </a:r>
            <a:r>
              <a:rPr lang="es-ES" dirty="0" err="1"/>
              <a:t>BsnessApp</a:t>
            </a:r>
            <a:endParaRPr lang="es-ES" dirty="0"/>
          </a:p>
          <a:p>
            <a:pPr algn="ctr"/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Acceso 100% online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Estadísticas en tiempo real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Gestión sencilla de la actividad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9544ADB6-95DC-69CF-9742-3A228897B177}"/>
              </a:ext>
            </a:extLst>
          </p:cNvPr>
          <p:cNvCxnSpPr/>
          <p:nvPr/>
        </p:nvCxnSpPr>
        <p:spPr>
          <a:xfrm>
            <a:off x="5153891" y="3368881"/>
            <a:ext cx="1402773" cy="0"/>
          </a:xfrm>
          <a:prstGeom prst="straightConnector1">
            <a:avLst/>
          </a:prstGeom>
          <a:ln w="38100">
            <a:solidFill>
              <a:srgbClr val="78716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96AD3AE3-9FB5-75F1-7A1C-A638ADC10B25}"/>
              </a:ext>
            </a:extLst>
          </p:cNvPr>
          <p:cNvSpPr txBox="1"/>
          <p:nvPr/>
        </p:nvSpPr>
        <p:spPr>
          <a:xfrm>
            <a:off x="495877" y="5366161"/>
            <a:ext cx="10718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Caso de uso: TPV nueva cafetería del IES </a:t>
            </a:r>
            <a:r>
              <a:rPr lang="es-ES" sz="2400" b="1" dirty="0" err="1"/>
              <a:t>L’Estació</a:t>
            </a:r>
            <a:endParaRPr lang="es-ES" sz="2400" b="1" dirty="0"/>
          </a:p>
        </p:txBody>
      </p:sp>
    </p:spTree>
    <p:extLst>
      <p:ext uri="{BB962C8B-B14F-4D97-AF65-F5344CB8AC3E}">
        <p14:creationId xmlns:p14="http://schemas.microsoft.com/office/powerpoint/2010/main" val="421750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3396C-ADD2-4875-DA65-80E75297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117601"/>
            <a:ext cx="10890929" cy="1097280"/>
          </a:xfrm>
        </p:spPr>
        <p:txBody>
          <a:bodyPr/>
          <a:lstStyle/>
          <a:p>
            <a:r>
              <a:rPr lang="es-ES" dirty="0"/>
              <a:t>Stack tecnológico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8E448A03-2ACB-4515-EAAB-6ECEA21ECE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7520" y="2214881"/>
            <a:ext cx="1507807" cy="1507807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E8544E88-EE23-7F5A-53B5-B325951B4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42095" y="2214880"/>
            <a:ext cx="1507807" cy="1507807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F0CDD9D0-3C91-4250-32B2-008450B954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6670" y="2214880"/>
            <a:ext cx="1507807" cy="1507807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79F03176-D497-EF40-3942-9F917DA042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7520" y="4646463"/>
            <a:ext cx="1507807" cy="1507807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6BB1B764-63AF-5458-A3BF-3D62534C53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42095" y="4643120"/>
            <a:ext cx="1507807" cy="1507807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8F50C2EB-96A5-99ED-A356-F58F5399C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36670" y="4643120"/>
            <a:ext cx="1507807" cy="150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64704"/>
      </p:ext>
    </p:extLst>
  </p:cSld>
  <p:clrMapOvr>
    <a:masterClrMapping/>
  </p:clrMapOvr>
</p:sld>
</file>

<file path=ppt/theme/theme1.xml><?xml version="1.0" encoding="utf-8"?>
<a:theme xmlns:a="http://schemas.openxmlformats.org/drawingml/2006/main" name="Espiral">
  <a:themeElements>
    <a:clrScheme name="Espiral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Espiral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4D3AEB1-4C6D-4FED-9AEA-3F99A8EDED8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d0ac6e7-a930-46ed-bfe3-36d0f088144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61</TotalTime>
  <Words>89</Words>
  <Application>Microsoft Office PowerPoint</Application>
  <PresentationFormat>Panorámica</PresentationFormat>
  <Paragraphs>21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Arial</vt:lpstr>
      <vt:lpstr>Century Gothic</vt:lpstr>
      <vt:lpstr>Wingdings</vt:lpstr>
      <vt:lpstr>Wingdings 3</vt:lpstr>
      <vt:lpstr>Espiral</vt:lpstr>
      <vt:lpstr>BsnessApp</vt:lpstr>
      <vt:lpstr>¿Qué es BsnessApp?</vt:lpstr>
      <vt:lpstr>El problema que resuelve</vt:lpstr>
      <vt:lpstr>Stack tecnológico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 Jun Fu Lin</dc:creator>
  <cp:lastModifiedBy>Fu Jun Fu Lin</cp:lastModifiedBy>
  <cp:revision>1</cp:revision>
  <dcterms:created xsi:type="dcterms:W3CDTF">2026-05-11T19:33:40Z</dcterms:created>
  <dcterms:modified xsi:type="dcterms:W3CDTF">2026-05-11T20:35:07Z</dcterms:modified>
</cp:coreProperties>
</file>